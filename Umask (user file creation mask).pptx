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rkiRLgeudT9bNvJBjAuS2kTgs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 is umask in Linux?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593" y="596931"/>
            <a:ext cx="5199742" cy="19065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sk | Sharing is Cari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0885" y="2503503"/>
            <a:ext cx="7250366" cy="394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1683026" y="0"/>
            <a:ext cx="9144000" cy="7932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Umask (</a:t>
            </a: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user file creation mask)</a:t>
            </a:r>
            <a:endParaRPr b="1" sz="8800"/>
          </a:p>
        </p:txBody>
      </p:sp>
      <p:sp>
        <p:nvSpPr>
          <p:cNvPr id="91" name="Google Shape;91;p2"/>
          <p:cNvSpPr txBox="1"/>
          <p:nvPr/>
        </p:nvSpPr>
        <p:spPr>
          <a:xfrm>
            <a:off x="1257670" y="2199713"/>
            <a:ext cx="9676660" cy="2040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controls default permissions for new files &amp; directories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check?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-Umask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3127159" y="4760128"/>
            <a:ext cx="6094520" cy="774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 022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user 002                 ----------- Numerical permission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076418" y="963541"/>
            <a:ext cx="105977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Umask stands for "user file creation mask." It determines the default permissions given to newly created files and directories in Linux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2798685" y="112735"/>
            <a:ext cx="60945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269506" y="837244"/>
            <a:ext cx="8076600" cy="45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for files: 666 (rw-rw-rw-)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for directories: 777 (rwxrwxrwx)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Umask removes permissions from these defaults: Read (r)4, Write (w)2, Execute (x)1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full permission – umask = File permission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777 – 022 = 755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666 – 033 = 633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to user, group, and others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ls -l shows permissions (e.g., rw-r--r--)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559291" y="183640"/>
            <a:ext cx="902859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Permission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When a user creates a file as a regular user, it’s given permission rw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rw-r-- (664) by default. A directory is given the permission rwxrwxr-x (775). For the root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user, file and directory permission are rw-r--r-- (644) and rwxr-xr-x (755), respectively.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default values are determined by the value of umask. Type umask to see what your umask value is.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ignore the leading zero for the moment, the umask value masks what is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considered to be fully opened permissions for a file 666 or a directory 777.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umask value of 002 results in permission for a directory of 775 (rwxrwxr-x). That same umask results in a file permission of 644 (rw-rw-r--). </a:t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707" y="4019301"/>
            <a:ext cx="6677957" cy="914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5529" y="307527"/>
            <a:ext cx="6630325" cy="130510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250795" y="1676331"/>
            <a:ext cx="6094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Changing umask value permanent 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801210" y="2104833"/>
            <a:ext cx="60945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-Vim .bashrc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-Source .bashrc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339571" y="6442110"/>
            <a:ext cx="6094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 b="0" l="0" r="0" t="45982"/>
          <a:stretch/>
        </p:blipFill>
        <p:spPr>
          <a:xfrm>
            <a:off x="1784362" y="4648565"/>
            <a:ext cx="6665886" cy="139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447" y="3028163"/>
            <a:ext cx="5410955" cy="1190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419469" y="162472"/>
            <a:ext cx="6094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-umask</a:t>
            </a:r>
            <a:endParaRPr/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639" y="531804"/>
            <a:ext cx="6430272" cy="9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882065" y="140458"/>
            <a:ext cx="7554898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(r)  4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(w) 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Excute (x) 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 –l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Rw-rw-r–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777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Rwxrwxrwx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Umask 002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Defatl file permission777– umask = file permison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666 – 002 = 664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2942208" y="11552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User adduser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3355760" y="1882066"/>
            <a:ext cx="573497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/etc/passwd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/etc/shadow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/etc/group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/etc/gshadow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Mail account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  zsh.history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2025-07-31T08:37:08Z</dcterms:created>
  <dc:creator>Mukund Deotale</dc:creator>
</cp:coreProperties>
</file>